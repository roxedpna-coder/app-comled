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7556500" cy="10693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2" name="Nivel de texto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el título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1" name="Nivel de texto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lvl1pPr>
            <a:lvl2pPr marL="783771" indent="-326571" algn="l">
              <a:buSzPct val="100000"/>
              <a:buFont typeface="Arial"/>
              <a:buChar char="–"/>
              <a:defRPr>
                <a:solidFill>
                  <a:srgbClr val="000000"/>
                </a:solidFill>
              </a:defRPr>
            </a:lvl2pPr>
            <a:lvl3pPr marL="1219200" indent="-3048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lvl3pPr>
            <a:lvl4pPr marL="1737360" indent="-365760" algn="l">
              <a:buSzPct val="100000"/>
              <a:buFont typeface="Arial"/>
              <a:buChar char="–"/>
              <a:defRPr>
                <a:solidFill>
                  <a:srgbClr val="000000"/>
                </a:solidFill>
              </a:defRPr>
            </a:lvl4pPr>
            <a:lvl5pPr marL="2194560" indent="-365760" algn="l">
              <a:buSzPct val="100000"/>
              <a:buFont typeface="Arial"/>
              <a:buChar char="»"/>
              <a:defRPr>
                <a:solidFill>
                  <a:srgbClr val="000000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2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el título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Texto del título</a:t>
            </a:r>
          </a:p>
        </p:txBody>
      </p:sp>
      <p:sp>
        <p:nvSpPr>
          <p:cNvPr id="30" name="Nivel de texto 1…"/>
          <p:cNvSpPr txBox="1"/>
          <p:nvPr>
            <p:ph type="body" sz="quarter" idx="1"/>
          </p:nvPr>
        </p:nvSpPr>
        <p:spPr>
          <a:xfrm>
            <a:off x="722312" y="2906713"/>
            <a:ext cx="7772401" cy="1500205"/>
          </a:xfrm>
          <a:prstGeom prst="rect">
            <a:avLst/>
          </a:prstGeom>
        </p:spPr>
        <p:txBody>
          <a:bodyPr anchor="b"/>
          <a:lstStyle>
            <a:lvl1pPr algn="l">
              <a:spcBef>
                <a:spcPts val="400"/>
              </a:spcBef>
              <a:defRPr sz="2000"/>
            </a:lvl1pPr>
            <a:lvl2pPr algn="l">
              <a:spcBef>
                <a:spcPts val="400"/>
              </a:spcBef>
              <a:defRPr sz="2000"/>
            </a:lvl2pPr>
            <a:lvl3pPr algn="l">
              <a:spcBef>
                <a:spcPts val="400"/>
              </a:spcBef>
              <a:defRPr sz="2000"/>
            </a:lvl3pPr>
            <a:lvl4pPr algn="l">
              <a:spcBef>
                <a:spcPts val="400"/>
              </a:spcBef>
              <a:defRPr sz="2000"/>
            </a:lvl4pPr>
            <a:lvl5pPr algn="l">
              <a:spcBef>
                <a:spcPts val="400"/>
              </a:spcBef>
              <a:defRPr sz="20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el título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39" name="Nivel de texto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marL="342900" indent="-342900" algn="l">
              <a:spcBef>
                <a:spcPts val="6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</a:defRPr>
            </a:lvl1pPr>
            <a:lvl2pPr marL="790575" indent="-333375" algn="l">
              <a:spcBef>
                <a:spcPts val="600"/>
              </a:spcBef>
              <a:buSzPct val="100000"/>
              <a:buFont typeface="Arial"/>
              <a:buChar char="–"/>
              <a:defRPr sz="2800">
                <a:solidFill>
                  <a:srgbClr val="000000"/>
                </a:solidFill>
              </a:defRPr>
            </a:lvl2pPr>
            <a:lvl3pPr marL="1234438" indent="-320038" algn="l">
              <a:spcBef>
                <a:spcPts val="6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</a:defRPr>
            </a:lvl3pPr>
            <a:lvl4pPr marL="1727200" indent="-355600" algn="l">
              <a:spcBef>
                <a:spcPts val="600"/>
              </a:spcBef>
              <a:buSzPct val="100000"/>
              <a:buFont typeface="Arial"/>
              <a:buChar char="–"/>
              <a:defRPr sz="2800">
                <a:solidFill>
                  <a:srgbClr val="000000"/>
                </a:solidFill>
              </a:defRPr>
            </a:lvl4pPr>
            <a:lvl5pPr marL="2184400" indent="-355600" algn="l">
              <a:spcBef>
                <a:spcPts val="600"/>
              </a:spcBef>
              <a:buSzPct val="100000"/>
              <a:buFont typeface="Arial"/>
              <a:buChar char="»"/>
              <a:defRPr sz="2800">
                <a:solidFill>
                  <a:srgbClr val="000000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0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el título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48" name="Nivel de texto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algn="l"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1pPr>
            <a:lvl2pPr algn="l"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2pPr>
            <a:lvl3pPr algn="l"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3pPr>
            <a:lvl4pPr algn="l"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4pPr>
            <a:lvl5pPr algn="l"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71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o del título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5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el título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Texto del título</a:t>
            </a:r>
          </a:p>
        </p:txBody>
      </p:sp>
      <p:sp>
        <p:nvSpPr>
          <p:cNvPr id="73" name="Nivel de texto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 marL="342900" indent="-3429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lvl1pPr>
            <a:lvl2pPr marL="783771" indent="-326571" algn="l">
              <a:buSzPct val="100000"/>
              <a:buFont typeface="Arial"/>
              <a:buChar char="–"/>
              <a:defRPr>
                <a:solidFill>
                  <a:srgbClr val="000000"/>
                </a:solidFill>
              </a:defRPr>
            </a:lvl2pPr>
            <a:lvl3pPr marL="1219200" indent="-3048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lvl3pPr>
            <a:lvl4pPr marL="1737360" indent="-365760" algn="l">
              <a:buSzPct val="100000"/>
              <a:buFont typeface="Arial"/>
              <a:buChar char="–"/>
              <a:defRPr>
                <a:solidFill>
                  <a:srgbClr val="000000"/>
                </a:solidFill>
              </a:defRPr>
            </a:lvl4pPr>
            <a:lvl5pPr marL="2194560" indent="-365760" algn="l">
              <a:buSzPct val="100000"/>
              <a:buFont typeface="Arial"/>
              <a:buChar char="»"/>
              <a:defRPr>
                <a:solidFill>
                  <a:srgbClr val="000000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el título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Texto del título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Nivel de texto 1…"/>
          <p:cNvSpPr txBox="1"/>
          <p:nvPr>
            <p:ph type="body" sz="quarter" idx="1"/>
          </p:nvPr>
        </p:nvSpPr>
        <p:spPr>
          <a:xfrm>
            <a:off x="1792288" y="5367337"/>
            <a:ext cx="5486404" cy="804880"/>
          </a:xfrm>
          <a:prstGeom prst="rect">
            <a:avLst/>
          </a:prstGeom>
        </p:spPr>
        <p:txBody>
          <a:bodyPr/>
          <a:lstStyle>
            <a:lvl1pPr algn="l">
              <a:spcBef>
                <a:spcPts val="300"/>
              </a:spcBef>
              <a:defRPr sz="1400">
                <a:solidFill>
                  <a:srgbClr val="000000"/>
                </a:solidFill>
              </a:defRPr>
            </a:lvl1pPr>
            <a:lvl2pPr algn="l">
              <a:spcBef>
                <a:spcPts val="300"/>
              </a:spcBef>
              <a:defRPr sz="1400">
                <a:solidFill>
                  <a:srgbClr val="000000"/>
                </a:solidFill>
              </a:defRPr>
            </a:lvl2pPr>
            <a:lvl3pPr algn="l">
              <a:spcBef>
                <a:spcPts val="300"/>
              </a:spcBef>
              <a:defRPr sz="1400">
                <a:solidFill>
                  <a:srgbClr val="000000"/>
                </a:solidFill>
              </a:defRPr>
            </a:lvl3pPr>
            <a:lvl4pPr algn="l">
              <a:spcBef>
                <a:spcPts val="300"/>
              </a:spcBef>
              <a:defRPr sz="1400">
                <a:solidFill>
                  <a:srgbClr val="000000"/>
                </a:solidFill>
              </a:defRPr>
            </a:lvl4pPr>
            <a:lvl5pPr algn="l">
              <a:spcBef>
                <a:spcPts val="300"/>
              </a:spcBef>
              <a:defRPr sz="1400">
                <a:solidFill>
                  <a:srgbClr val="000000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0" marR="0" indent="0" algn="ct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ct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ct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ct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ctr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294450" y="47383"/>
            <a:ext cx="1876308" cy="77020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" name="AutoShape 3"/>
          <p:cNvSpPr/>
          <p:nvPr/>
        </p:nvSpPr>
        <p:spPr>
          <a:xfrm flipV="1">
            <a:off x="2496572" y="130612"/>
            <a:ext cx="13" cy="686980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" name="AutoShape 4"/>
          <p:cNvSpPr/>
          <p:nvPr/>
        </p:nvSpPr>
        <p:spPr>
          <a:xfrm flipH="1" flipV="1">
            <a:off x="2501329" y="924425"/>
            <a:ext cx="4892872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" name="Freeform 6"/>
          <p:cNvSpPr/>
          <p:nvPr/>
        </p:nvSpPr>
        <p:spPr>
          <a:xfrm>
            <a:off x="2467442" y="2313100"/>
            <a:ext cx="680843" cy="6574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49" y="0"/>
                </a:moveTo>
                <a:lnTo>
                  <a:pt x="17851" y="0"/>
                </a:lnTo>
                <a:cubicBezTo>
                  <a:pt x="18845" y="0"/>
                  <a:pt x="19799" y="409"/>
                  <a:pt x="20502" y="1137"/>
                </a:cubicBezTo>
                <a:cubicBezTo>
                  <a:pt x="21205" y="1865"/>
                  <a:pt x="21600" y="2853"/>
                  <a:pt x="21600" y="3883"/>
                </a:cubicBezTo>
                <a:lnTo>
                  <a:pt x="21600" y="17717"/>
                </a:lnTo>
                <a:cubicBezTo>
                  <a:pt x="21600" y="19862"/>
                  <a:pt x="19921" y="21600"/>
                  <a:pt x="17851" y="21600"/>
                </a:cubicBezTo>
                <a:lnTo>
                  <a:pt x="3749" y="21600"/>
                </a:lnTo>
                <a:cubicBezTo>
                  <a:pt x="2755" y="21600"/>
                  <a:pt x="1801" y="21191"/>
                  <a:pt x="1098" y="20463"/>
                </a:cubicBezTo>
                <a:cubicBezTo>
                  <a:pt x="395" y="19735"/>
                  <a:pt x="0" y="18747"/>
                  <a:pt x="0" y="17717"/>
                </a:cubicBezTo>
                <a:lnTo>
                  <a:pt x="0" y="3883"/>
                </a:lnTo>
                <a:cubicBezTo>
                  <a:pt x="0" y="2853"/>
                  <a:pt x="395" y="1865"/>
                  <a:pt x="1098" y="1137"/>
                </a:cubicBezTo>
                <a:cubicBezTo>
                  <a:pt x="1801" y="409"/>
                  <a:pt x="2755" y="0"/>
                  <a:pt x="3749" y="0"/>
                </a:cubicBezTo>
                <a:close/>
              </a:path>
            </a:pathLst>
          </a:custGeom>
          <a:ln cap="sq">
            <a:solidFill>
              <a:srgbClr val="B6B7B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" name="Freeform 9"/>
          <p:cNvSpPr/>
          <p:nvPr/>
        </p:nvSpPr>
        <p:spPr>
          <a:xfrm>
            <a:off x="3262114" y="2313100"/>
            <a:ext cx="680851" cy="6574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49" y="0"/>
                </a:moveTo>
                <a:lnTo>
                  <a:pt x="17851" y="0"/>
                </a:lnTo>
                <a:cubicBezTo>
                  <a:pt x="18845" y="0"/>
                  <a:pt x="19799" y="409"/>
                  <a:pt x="20502" y="1137"/>
                </a:cubicBezTo>
                <a:cubicBezTo>
                  <a:pt x="21205" y="1865"/>
                  <a:pt x="21600" y="2853"/>
                  <a:pt x="21600" y="3883"/>
                </a:cubicBezTo>
                <a:lnTo>
                  <a:pt x="21600" y="17717"/>
                </a:lnTo>
                <a:cubicBezTo>
                  <a:pt x="21600" y="19862"/>
                  <a:pt x="19921" y="21600"/>
                  <a:pt x="17851" y="21600"/>
                </a:cubicBezTo>
                <a:lnTo>
                  <a:pt x="3749" y="21600"/>
                </a:lnTo>
                <a:cubicBezTo>
                  <a:pt x="2755" y="21600"/>
                  <a:pt x="1801" y="21191"/>
                  <a:pt x="1098" y="20463"/>
                </a:cubicBezTo>
                <a:cubicBezTo>
                  <a:pt x="395" y="19735"/>
                  <a:pt x="0" y="18747"/>
                  <a:pt x="0" y="17717"/>
                </a:cubicBezTo>
                <a:lnTo>
                  <a:pt x="0" y="3883"/>
                </a:lnTo>
                <a:cubicBezTo>
                  <a:pt x="0" y="2853"/>
                  <a:pt x="395" y="1865"/>
                  <a:pt x="1098" y="1137"/>
                </a:cubicBezTo>
                <a:cubicBezTo>
                  <a:pt x="1801" y="409"/>
                  <a:pt x="2755" y="0"/>
                  <a:pt x="3749" y="0"/>
                </a:cubicBezTo>
                <a:close/>
              </a:path>
            </a:pathLst>
          </a:custGeom>
          <a:ln cap="sq">
            <a:solidFill>
              <a:srgbClr val="B6B7B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" name="Freeform 12"/>
          <p:cNvSpPr/>
          <p:nvPr/>
        </p:nvSpPr>
        <p:spPr>
          <a:xfrm>
            <a:off x="4056791" y="2313100"/>
            <a:ext cx="680852" cy="6574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49" y="0"/>
                </a:moveTo>
                <a:lnTo>
                  <a:pt x="17851" y="0"/>
                </a:lnTo>
                <a:cubicBezTo>
                  <a:pt x="18845" y="0"/>
                  <a:pt x="19799" y="409"/>
                  <a:pt x="20502" y="1137"/>
                </a:cubicBezTo>
                <a:cubicBezTo>
                  <a:pt x="21205" y="1865"/>
                  <a:pt x="21600" y="2853"/>
                  <a:pt x="21600" y="3883"/>
                </a:cubicBezTo>
                <a:lnTo>
                  <a:pt x="21600" y="17717"/>
                </a:lnTo>
                <a:cubicBezTo>
                  <a:pt x="21600" y="19862"/>
                  <a:pt x="19921" y="21600"/>
                  <a:pt x="17851" y="21600"/>
                </a:cubicBezTo>
                <a:lnTo>
                  <a:pt x="3749" y="21600"/>
                </a:lnTo>
                <a:cubicBezTo>
                  <a:pt x="2755" y="21600"/>
                  <a:pt x="1801" y="21191"/>
                  <a:pt x="1098" y="20463"/>
                </a:cubicBezTo>
                <a:cubicBezTo>
                  <a:pt x="395" y="19735"/>
                  <a:pt x="0" y="18747"/>
                  <a:pt x="0" y="17717"/>
                </a:cubicBezTo>
                <a:lnTo>
                  <a:pt x="0" y="3883"/>
                </a:lnTo>
                <a:cubicBezTo>
                  <a:pt x="0" y="2853"/>
                  <a:pt x="395" y="1865"/>
                  <a:pt x="1098" y="1137"/>
                </a:cubicBezTo>
                <a:cubicBezTo>
                  <a:pt x="1801" y="409"/>
                  <a:pt x="2755" y="0"/>
                  <a:pt x="3749" y="0"/>
                </a:cubicBezTo>
                <a:close/>
              </a:path>
            </a:pathLst>
          </a:custGeom>
          <a:ln cap="sq">
            <a:solidFill>
              <a:srgbClr val="B6B7B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" name="Freeform 15"/>
          <p:cNvSpPr/>
          <p:nvPr/>
        </p:nvSpPr>
        <p:spPr>
          <a:xfrm>
            <a:off x="4851925" y="2313100"/>
            <a:ext cx="680852" cy="6574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49" y="0"/>
                </a:moveTo>
                <a:lnTo>
                  <a:pt x="17851" y="0"/>
                </a:lnTo>
                <a:cubicBezTo>
                  <a:pt x="18845" y="0"/>
                  <a:pt x="19799" y="409"/>
                  <a:pt x="20502" y="1137"/>
                </a:cubicBezTo>
                <a:cubicBezTo>
                  <a:pt x="21205" y="1865"/>
                  <a:pt x="21600" y="2853"/>
                  <a:pt x="21600" y="3883"/>
                </a:cubicBezTo>
                <a:lnTo>
                  <a:pt x="21600" y="17717"/>
                </a:lnTo>
                <a:cubicBezTo>
                  <a:pt x="21600" y="19862"/>
                  <a:pt x="19921" y="21600"/>
                  <a:pt x="17851" y="21600"/>
                </a:cubicBezTo>
                <a:lnTo>
                  <a:pt x="3749" y="21600"/>
                </a:lnTo>
                <a:cubicBezTo>
                  <a:pt x="2755" y="21600"/>
                  <a:pt x="1801" y="21191"/>
                  <a:pt x="1098" y="20463"/>
                </a:cubicBezTo>
                <a:cubicBezTo>
                  <a:pt x="395" y="19735"/>
                  <a:pt x="0" y="18747"/>
                  <a:pt x="0" y="17717"/>
                </a:cubicBezTo>
                <a:lnTo>
                  <a:pt x="0" y="3883"/>
                </a:lnTo>
                <a:cubicBezTo>
                  <a:pt x="0" y="2853"/>
                  <a:pt x="395" y="1865"/>
                  <a:pt x="1098" y="1137"/>
                </a:cubicBezTo>
                <a:cubicBezTo>
                  <a:pt x="1801" y="409"/>
                  <a:pt x="2755" y="0"/>
                  <a:pt x="3749" y="0"/>
                </a:cubicBezTo>
                <a:close/>
              </a:path>
            </a:pathLst>
          </a:custGeom>
          <a:ln cap="sq">
            <a:solidFill>
              <a:srgbClr val="B6B7B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" name="AutoShape 17"/>
          <p:cNvSpPr/>
          <p:nvPr/>
        </p:nvSpPr>
        <p:spPr>
          <a:xfrm flipV="1">
            <a:off x="5617697" y="960189"/>
            <a:ext cx="13" cy="201033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" name="Freeform 20"/>
          <p:cNvSpPr/>
          <p:nvPr/>
        </p:nvSpPr>
        <p:spPr>
          <a:xfrm>
            <a:off x="116324" y="8375342"/>
            <a:ext cx="7271974" cy="1048422"/>
          </a:xfrm>
          <a:prstGeom prst="rect">
            <a:avLst/>
          </a:prstGeom>
          <a:ln cap="sq">
            <a:solidFill>
              <a:srgbClr val="B6B7B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" name="Freeform 22"/>
          <p:cNvSpPr/>
          <p:nvPr/>
        </p:nvSpPr>
        <p:spPr>
          <a:xfrm>
            <a:off x="1023070" y="8830078"/>
            <a:ext cx="430090" cy="3075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" name="Freeform 23"/>
          <p:cNvSpPr/>
          <p:nvPr/>
        </p:nvSpPr>
        <p:spPr>
          <a:xfrm>
            <a:off x="1590131" y="8775799"/>
            <a:ext cx="410095" cy="41060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" name="Freeform 24"/>
          <p:cNvSpPr/>
          <p:nvPr/>
        </p:nvSpPr>
        <p:spPr>
          <a:xfrm>
            <a:off x="374388" y="8754622"/>
            <a:ext cx="611241" cy="458431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" name="Freeform 25"/>
          <p:cNvSpPr/>
          <p:nvPr/>
        </p:nvSpPr>
        <p:spPr>
          <a:xfrm>
            <a:off x="6687566" y="1385681"/>
            <a:ext cx="750237" cy="696776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" name="Freeform 26"/>
          <p:cNvSpPr/>
          <p:nvPr/>
        </p:nvSpPr>
        <p:spPr>
          <a:xfrm>
            <a:off x="5966128" y="2069638"/>
            <a:ext cx="1363256" cy="938931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" name="Freeform 27"/>
          <p:cNvSpPr/>
          <p:nvPr/>
        </p:nvSpPr>
        <p:spPr>
          <a:xfrm>
            <a:off x="5785155" y="1358590"/>
            <a:ext cx="750029" cy="750967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" name="Freeform 29"/>
          <p:cNvSpPr/>
          <p:nvPr/>
        </p:nvSpPr>
        <p:spPr>
          <a:xfrm>
            <a:off x="116324" y="3089069"/>
            <a:ext cx="7271974" cy="997877"/>
          </a:xfrm>
          <a:prstGeom prst="rect">
            <a:avLst/>
          </a:prstGeom>
          <a:ln cap="sq">
            <a:solidFill>
              <a:srgbClr val="B6B7B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" name="Freeform 39"/>
          <p:cNvSpPr/>
          <p:nvPr/>
        </p:nvSpPr>
        <p:spPr>
          <a:xfrm>
            <a:off x="116321" y="4163290"/>
            <a:ext cx="4148603" cy="4135707"/>
          </a:xfrm>
          <a:prstGeom prst="rect">
            <a:avLst/>
          </a:prstGeom>
          <a:ln cap="sq">
            <a:solidFill>
              <a:srgbClr val="B6B7B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" name="AutoShape 41"/>
          <p:cNvSpPr/>
          <p:nvPr/>
        </p:nvSpPr>
        <p:spPr>
          <a:xfrm flipH="1" flipV="1">
            <a:off x="165445" y="4664282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" name="AutoShape 42"/>
          <p:cNvSpPr/>
          <p:nvPr/>
        </p:nvSpPr>
        <p:spPr>
          <a:xfrm flipH="1" flipV="1">
            <a:off x="165445" y="4819194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" name="AutoShape 43"/>
          <p:cNvSpPr/>
          <p:nvPr/>
        </p:nvSpPr>
        <p:spPr>
          <a:xfrm flipH="1" flipV="1">
            <a:off x="165445" y="4974110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AutoShape 44"/>
          <p:cNvSpPr/>
          <p:nvPr/>
        </p:nvSpPr>
        <p:spPr>
          <a:xfrm flipH="1" flipV="1">
            <a:off x="165445" y="5129022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AutoShape 45"/>
          <p:cNvSpPr/>
          <p:nvPr/>
        </p:nvSpPr>
        <p:spPr>
          <a:xfrm flipH="1" flipV="1">
            <a:off x="165445" y="5283938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" name="AutoShape 46"/>
          <p:cNvSpPr/>
          <p:nvPr/>
        </p:nvSpPr>
        <p:spPr>
          <a:xfrm flipH="1" flipV="1">
            <a:off x="165445" y="5438853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" name="AutoShape 47"/>
          <p:cNvSpPr/>
          <p:nvPr/>
        </p:nvSpPr>
        <p:spPr>
          <a:xfrm flipH="1" flipV="1">
            <a:off x="165445" y="5588738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AutoShape 48"/>
          <p:cNvSpPr/>
          <p:nvPr/>
        </p:nvSpPr>
        <p:spPr>
          <a:xfrm flipH="1" flipV="1">
            <a:off x="165445" y="5743651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" name="AutoShape 49"/>
          <p:cNvSpPr/>
          <p:nvPr/>
        </p:nvSpPr>
        <p:spPr>
          <a:xfrm flipH="1" flipV="1">
            <a:off x="165445" y="5898566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" name="AutoShape 50"/>
          <p:cNvSpPr/>
          <p:nvPr/>
        </p:nvSpPr>
        <p:spPr>
          <a:xfrm flipH="1" flipV="1">
            <a:off x="165445" y="6053481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" name="AutoShape 51"/>
          <p:cNvSpPr/>
          <p:nvPr/>
        </p:nvSpPr>
        <p:spPr>
          <a:xfrm flipH="1" flipV="1">
            <a:off x="165445" y="6208399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" name="AutoShape 52"/>
          <p:cNvSpPr/>
          <p:nvPr/>
        </p:nvSpPr>
        <p:spPr>
          <a:xfrm flipH="1" flipV="1">
            <a:off x="165445" y="6363311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" name="AutoShape 53"/>
          <p:cNvSpPr/>
          <p:nvPr/>
        </p:nvSpPr>
        <p:spPr>
          <a:xfrm flipH="1">
            <a:off x="165445" y="6508701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" name="AutoShape 54"/>
          <p:cNvSpPr/>
          <p:nvPr/>
        </p:nvSpPr>
        <p:spPr>
          <a:xfrm flipH="1">
            <a:off x="165445" y="6663617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" name="AutoShape 55"/>
          <p:cNvSpPr/>
          <p:nvPr/>
        </p:nvSpPr>
        <p:spPr>
          <a:xfrm flipH="1">
            <a:off x="165445" y="6818531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" name="AutoShape 56"/>
          <p:cNvSpPr/>
          <p:nvPr/>
        </p:nvSpPr>
        <p:spPr>
          <a:xfrm flipH="1">
            <a:off x="165445" y="6973447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" name="AutoShape 57"/>
          <p:cNvSpPr/>
          <p:nvPr/>
        </p:nvSpPr>
        <p:spPr>
          <a:xfrm flipH="1">
            <a:off x="165445" y="7128361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AutoShape 58"/>
          <p:cNvSpPr/>
          <p:nvPr/>
        </p:nvSpPr>
        <p:spPr>
          <a:xfrm flipH="1">
            <a:off x="165445" y="7283277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" name="AutoShape 59"/>
          <p:cNvSpPr/>
          <p:nvPr/>
        </p:nvSpPr>
        <p:spPr>
          <a:xfrm flipH="1">
            <a:off x="165445" y="7433160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" name="AutoShape 60"/>
          <p:cNvSpPr/>
          <p:nvPr/>
        </p:nvSpPr>
        <p:spPr>
          <a:xfrm flipH="1">
            <a:off x="165445" y="7588074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AutoShape 61"/>
          <p:cNvSpPr/>
          <p:nvPr/>
        </p:nvSpPr>
        <p:spPr>
          <a:xfrm flipH="1">
            <a:off x="165445" y="7867267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" name="AutoShape 62"/>
          <p:cNvSpPr/>
          <p:nvPr/>
        </p:nvSpPr>
        <p:spPr>
          <a:xfrm flipH="1">
            <a:off x="165445" y="8146463"/>
            <a:ext cx="4053695" cy="13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" name="Freeform 65"/>
          <p:cNvSpPr/>
          <p:nvPr/>
        </p:nvSpPr>
        <p:spPr>
          <a:xfrm>
            <a:off x="-2" y="10356001"/>
            <a:ext cx="7560003" cy="319288"/>
          </a:xfrm>
          <a:prstGeom prst="rect">
            <a:avLst/>
          </a:prstGeom>
          <a:solidFill>
            <a:srgbClr val="79797D"/>
          </a:solidFill>
          <a:ln cap="sq">
            <a:solidFill>
              <a:srgbClr val="79797D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TextBox 67"/>
          <p:cNvSpPr txBox="1"/>
          <p:nvPr/>
        </p:nvSpPr>
        <p:spPr>
          <a:xfrm>
            <a:off x="2836707" y="8571241"/>
            <a:ext cx="2122191" cy="831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72724" indent="-86362">
              <a:lnSpc>
                <a:spcPts val="1100"/>
              </a:lnSpc>
              <a:buSzPct val="100000"/>
              <a:buFont typeface="Arial"/>
              <a:buChar char="•"/>
              <a:defRPr sz="800">
                <a:latin typeface="Arial"/>
                <a:ea typeface="Arial"/>
                <a:cs typeface="Arial"/>
                <a:sym typeface="Arial"/>
              </a:defRPr>
            </a:pPr>
            <a:r>
              <a:t>DALI-2</a:t>
            </a:r>
          </a:p>
          <a:p>
            <a:pPr lvl="1" marL="172724" indent="-86362">
              <a:lnSpc>
                <a:spcPts val="1100"/>
              </a:lnSpc>
              <a:buSzPct val="100000"/>
              <a:buFont typeface="Arial"/>
              <a:buChar char="•"/>
              <a:defRPr sz="800">
                <a:latin typeface="Arial"/>
                <a:ea typeface="Arial"/>
                <a:cs typeface="Arial"/>
                <a:sym typeface="Arial"/>
              </a:defRPr>
            </a:pPr>
            <a:r>
              <a:t>TRIAC</a:t>
            </a:r>
          </a:p>
          <a:p>
            <a:pPr lvl="1" marL="172724" indent="-86362">
              <a:lnSpc>
                <a:spcPts val="1100"/>
              </a:lnSpc>
              <a:buSzPct val="100000"/>
              <a:buFont typeface="Arial"/>
              <a:buChar char="•"/>
              <a:defRPr sz="800">
                <a:latin typeface="Arial"/>
                <a:ea typeface="Arial"/>
                <a:cs typeface="Arial"/>
                <a:sym typeface="Arial"/>
              </a:defRPr>
            </a:pPr>
            <a:r>
              <a:t>DMW512</a:t>
            </a:r>
          </a:p>
          <a:p>
            <a:pPr lvl="1" marL="172724" indent="-86362">
              <a:lnSpc>
                <a:spcPts val="1100"/>
              </a:lnSpc>
              <a:buSzPct val="100000"/>
              <a:buFont typeface="Arial"/>
              <a:buChar char="•"/>
              <a:defRPr sz="800">
                <a:latin typeface="Arial"/>
                <a:ea typeface="Arial"/>
                <a:cs typeface="Arial"/>
                <a:sym typeface="Arial"/>
              </a:defRPr>
            </a:pPr>
            <a:r>
              <a:t>0-10V</a:t>
            </a:r>
          </a:p>
          <a:p>
            <a:pPr lvl="1" marL="172724" indent="-86362">
              <a:lnSpc>
                <a:spcPts val="1100"/>
              </a:lnSpc>
              <a:buSzPct val="100000"/>
              <a:buFont typeface="Arial"/>
              <a:buChar char="•"/>
              <a:defRPr sz="800">
                <a:latin typeface="Arial"/>
                <a:ea typeface="Arial"/>
                <a:cs typeface="Arial"/>
                <a:sym typeface="Arial"/>
              </a:defRPr>
            </a:pPr>
            <a:r>
              <a:t>Bluetooth</a:t>
            </a:r>
          </a:p>
          <a:p>
            <a:pPr lvl="1" marL="172724" indent="-86362">
              <a:lnSpc>
                <a:spcPts val="1100"/>
              </a:lnSpc>
              <a:buSzPct val="100000"/>
              <a:buFont typeface="Arial"/>
              <a:buChar char="•"/>
              <a:defRPr sz="800">
                <a:latin typeface="Arial"/>
                <a:ea typeface="Arial"/>
                <a:cs typeface="Arial"/>
                <a:sym typeface="Arial"/>
              </a:defRPr>
            </a:pPr>
            <a:r>
              <a:t>Control por voz</a:t>
            </a:r>
          </a:p>
        </p:txBody>
      </p:sp>
      <p:sp>
        <p:nvSpPr>
          <p:cNvPr id="135" name="AutoShape 68"/>
          <p:cNvSpPr/>
          <p:nvPr/>
        </p:nvSpPr>
        <p:spPr>
          <a:xfrm flipV="1">
            <a:off x="2477864" y="8375343"/>
            <a:ext cx="13" cy="1048422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AutoShape 69"/>
          <p:cNvSpPr/>
          <p:nvPr/>
        </p:nvSpPr>
        <p:spPr>
          <a:xfrm flipV="1">
            <a:off x="4756949" y="8375343"/>
            <a:ext cx="13" cy="1048422"/>
          </a:xfrm>
          <a:prstGeom prst="line">
            <a:avLst/>
          </a:prstGeom>
          <a:ln>
            <a:solidFill>
              <a:srgbClr val="B6B7B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72"/>
          <p:cNvSpPr txBox="1"/>
          <p:nvPr/>
        </p:nvSpPr>
        <p:spPr>
          <a:xfrm>
            <a:off x="2783714" y="124639"/>
            <a:ext cx="4328099" cy="507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200"/>
              </a:lnSpc>
              <a:defRPr b="1" sz="3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{{nombre_producto}}</a:t>
            </a:r>
          </a:p>
        </p:txBody>
      </p:sp>
      <p:sp>
        <p:nvSpPr>
          <p:cNvPr id="138" name="TextBox 73"/>
          <p:cNvSpPr txBox="1"/>
          <p:nvPr/>
        </p:nvSpPr>
        <p:spPr>
          <a:xfrm>
            <a:off x="2827434" y="648531"/>
            <a:ext cx="1876307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REF. CL- {{codigo_comled}}</a:t>
            </a:r>
          </a:p>
        </p:txBody>
      </p:sp>
      <p:sp>
        <p:nvSpPr>
          <p:cNvPr id="139" name="TextBox 74"/>
          <p:cNvSpPr txBox="1"/>
          <p:nvPr/>
        </p:nvSpPr>
        <p:spPr>
          <a:xfrm>
            <a:off x="2517903" y="1023182"/>
            <a:ext cx="2964409" cy="831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pPr>
            <a:r>
              <a:t>{{descripcion_luminaria}}</a:t>
            </a:r>
          </a:p>
          <a:p>
            <a:pPr algn="just"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just"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just"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just"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0" name="TextBox 75"/>
          <p:cNvSpPr txBox="1"/>
          <p:nvPr/>
        </p:nvSpPr>
        <p:spPr>
          <a:xfrm>
            <a:off x="2720344" y="2384125"/>
            <a:ext cx="175041" cy="13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00"/>
              </a:lnSpc>
              <a:defRPr b="1" sz="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CRI</a:t>
            </a:r>
          </a:p>
        </p:txBody>
      </p:sp>
      <p:sp>
        <p:nvSpPr>
          <p:cNvPr id="141" name="TextBox 76"/>
          <p:cNvSpPr txBox="1"/>
          <p:nvPr/>
        </p:nvSpPr>
        <p:spPr>
          <a:xfrm>
            <a:off x="3489621" y="2384125"/>
            <a:ext cx="225823" cy="13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00"/>
              </a:lnSpc>
              <a:defRPr b="1" sz="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UGR</a:t>
            </a:r>
          </a:p>
        </p:txBody>
      </p:sp>
      <p:sp>
        <p:nvSpPr>
          <p:cNvPr id="142" name="TextBox 77"/>
          <p:cNvSpPr txBox="1"/>
          <p:nvPr/>
        </p:nvSpPr>
        <p:spPr>
          <a:xfrm>
            <a:off x="4204151" y="2383887"/>
            <a:ext cx="414254" cy="13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00"/>
              </a:lnSpc>
              <a:defRPr b="1" sz="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IP</a:t>
            </a:r>
          </a:p>
        </p:txBody>
      </p:sp>
      <p:sp>
        <p:nvSpPr>
          <p:cNvPr id="143" name="TextBox 78"/>
          <p:cNvSpPr txBox="1"/>
          <p:nvPr/>
        </p:nvSpPr>
        <p:spPr>
          <a:xfrm>
            <a:off x="4924252" y="2384125"/>
            <a:ext cx="536198" cy="13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00"/>
              </a:lnSpc>
              <a:defRPr b="1" sz="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GARANTÍA</a:t>
            </a:r>
          </a:p>
        </p:txBody>
      </p:sp>
      <p:sp>
        <p:nvSpPr>
          <p:cNvPr id="144" name="TextBox 79"/>
          <p:cNvSpPr txBox="1"/>
          <p:nvPr/>
        </p:nvSpPr>
        <p:spPr>
          <a:xfrm>
            <a:off x="2532708" y="2578611"/>
            <a:ext cx="550303" cy="25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b="1"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&gt;90</a:t>
            </a:r>
          </a:p>
        </p:txBody>
      </p:sp>
      <p:sp>
        <p:nvSpPr>
          <p:cNvPr id="145" name="TextBox 80"/>
          <p:cNvSpPr txBox="1"/>
          <p:nvPr/>
        </p:nvSpPr>
        <p:spPr>
          <a:xfrm>
            <a:off x="3204577" y="2596925"/>
            <a:ext cx="750238" cy="25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b="1"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&lt;19</a:t>
            </a:r>
          </a:p>
        </p:txBody>
      </p:sp>
      <p:sp>
        <p:nvSpPr>
          <p:cNvPr id="146" name="TextBox 81"/>
          <p:cNvSpPr txBox="1"/>
          <p:nvPr/>
        </p:nvSpPr>
        <p:spPr>
          <a:xfrm>
            <a:off x="4060940" y="2591671"/>
            <a:ext cx="719401" cy="25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b="1"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{{ip}}</a:t>
            </a:r>
          </a:p>
        </p:txBody>
      </p:sp>
      <p:sp>
        <p:nvSpPr>
          <p:cNvPr id="147" name="TextBox 82"/>
          <p:cNvSpPr txBox="1"/>
          <p:nvPr/>
        </p:nvSpPr>
        <p:spPr>
          <a:xfrm>
            <a:off x="5099089" y="2529732"/>
            <a:ext cx="158966" cy="25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b="1"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</a:t>
            </a:r>
          </a:p>
        </p:txBody>
      </p:sp>
      <p:sp>
        <p:nvSpPr>
          <p:cNvPr id="148" name="TextBox 83"/>
          <p:cNvSpPr txBox="1"/>
          <p:nvPr/>
        </p:nvSpPr>
        <p:spPr>
          <a:xfrm>
            <a:off x="5045385" y="2779210"/>
            <a:ext cx="280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800"/>
              </a:lnSpc>
              <a:defRPr b="1" sz="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AÑOS</a:t>
            </a:r>
          </a:p>
        </p:txBody>
      </p:sp>
      <p:sp>
        <p:nvSpPr>
          <p:cNvPr id="149" name="TextBox 84"/>
          <p:cNvSpPr txBox="1"/>
          <p:nvPr/>
        </p:nvSpPr>
        <p:spPr>
          <a:xfrm>
            <a:off x="5694557" y="988878"/>
            <a:ext cx="1634816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COMPATIBLE CON</a:t>
            </a:r>
          </a:p>
        </p:txBody>
      </p:sp>
      <p:sp>
        <p:nvSpPr>
          <p:cNvPr id="150" name="TextBox 85"/>
          <p:cNvSpPr txBox="1"/>
          <p:nvPr/>
        </p:nvSpPr>
        <p:spPr>
          <a:xfrm>
            <a:off x="170850" y="3114930"/>
            <a:ext cx="1909804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DATOS CLAVE</a:t>
            </a:r>
          </a:p>
        </p:txBody>
      </p:sp>
      <p:sp>
        <p:nvSpPr>
          <p:cNvPr id="151" name="TextBox 86"/>
          <p:cNvSpPr txBox="1"/>
          <p:nvPr/>
        </p:nvSpPr>
        <p:spPr>
          <a:xfrm>
            <a:off x="428473" y="3871438"/>
            <a:ext cx="719394" cy="15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3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{{potencia}}</a:t>
            </a:r>
          </a:p>
        </p:txBody>
      </p:sp>
      <p:sp>
        <p:nvSpPr>
          <p:cNvPr id="152" name="TextBox 87"/>
          <p:cNvSpPr txBox="1"/>
          <p:nvPr/>
        </p:nvSpPr>
        <p:spPr>
          <a:xfrm>
            <a:off x="1065115" y="3894441"/>
            <a:ext cx="1548472" cy="15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3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{{flujo_luminoso}}</a:t>
            </a:r>
          </a:p>
        </p:txBody>
      </p:sp>
      <p:sp>
        <p:nvSpPr>
          <p:cNvPr id="153" name="TextBox 88"/>
          <p:cNvSpPr txBox="1"/>
          <p:nvPr/>
        </p:nvSpPr>
        <p:spPr>
          <a:xfrm>
            <a:off x="2431029" y="3894439"/>
            <a:ext cx="1489494" cy="15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3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{{eficacia_luminosa}}</a:t>
            </a:r>
          </a:p>
        </p:txBody>
      </p:sp>
      <p:sp>
        <p:nvSpPr>
          <p:cNvPr id="154" name="TextBox 89"/>
          <p:cNvSpPr txBox="1"/>
          <p:nvPr/>
        </p:nvSpPr>
        <p:spPr>
          <a:xfrm>
            <a:off x="3565280" y="3885403"/>
            <a:ext cx="1710716" cy="15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3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{{cct}}</a:t>
            </a:r>
          </a:p>
        </p:txBody>
      </p:sp>
      <p:sp>
        <p:nvSpPr>
          <p:cNvPr id="155" name="TextBox 90"/>
          <p:cNvSpPr txBox="1"/>
          <p:nvPr/>
        </p:nvSpPr>
        <p:spPr>
          <a:xfrm>
            <a:off x="5327903" y="3859967"/>
            <a:ext cx="521655" cy="15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3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{{ip}}</a:t>
            </a:r>
          </a:p>
        </p:txBody>
      </p:sp>
      <p:sp>
        <p:nvSpPr>
          <p:cNvPr id="156" name="TextBox 91"/>
          <p:cNvSpPr txBox="1"/>
          <p:nvPr/>
        </p:nvSpPr>
        <p:spPr>
          <a:xfrm>
            <a:off x="5966128" y="3871438"/>
            <a:ext cx="1363256" cy="15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3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{{aperturas_disponibles}}</a:t>
            </a:r>
          </a:p>
        </p:txBody>
      </p:sp>
      <p:sp>
        <p:nvSpPr>
          <p:cNvPr id="157" name="TextBox 92"/>
          <p:cNvSpPr txBox="1"/>
          <p:nvPr/>
        </p:nvSpPr>
        <p:spPr>
          <a:xfrm>
            <a:off x="584116" y="3292814"/>
            <a:ext cx="4081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POTENCIA</a:t>
            </a:r>
          </a:p>
        </p:txBody>
      </p:sp>
      <p:sp>
        <p:nvSpPr>
          <p:cNvPr id="158" name="TextBox 93"/>
          <p:cNvSpPr txBox="1"/>
          <p:nvPr/>
        </p:nvSpPr>
        <p:spPr>
          <a:xfrm>
            <a:off x="1562592" y="3292671"/>
            <a:ext cx="5397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FLUJO LUMÍNICO</a:t>
            </a:r>
          </a:p>
        </p:txBody>
      </p:sp>
      <p:sp>
        <p:nvSpPr>
          <p:cNvPr id="159" name="TextBox 94"/>
          <p:cNvSpPr txBox="1"/>
          <p:nvPr/>
        </p:nvSpPr>
        <p:spPr>
          <a:xfrm>
            <a:off x="2901785" y="3294131"/>
            <a:ext cx="3152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EFICACIA </a:t>
            </a:r>
          </a:p>
        </p:txBody>
      </p:sp>
      <p:sp>
        <p:nvSpPr>
          <p:cNvPr id="160" name="TextBox 95"/>
          <p:cNvSpPr txBox="1"/>
          <p:nvPr/>
        </p:nvSpPr>
        <p:spPr>
          <a:xfrm>
            <a:off x="4078668" y="3235659"/>
            <a:ext cx="582039" cy="173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TEMPERATURA DE COLOR</a:t>
            </a:r>
          </a:p>
        </p:txBody>
      </p:sp>
      <p:sp>
        <p:nvSpPr>
          <p:cNvPr id="161" name="TextBox 96"/>
          <p:cNvSpPr txBox="1"/>
          <p:nvPr/>
        </p:nvSpPr>
        <p:spPr>
          <a:xfrm>
            <a:off x="5315153" y="3229309"/>
            <a:ext cx="582039" cy="173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GRADO DE PROTECCIÓN</a:t>
            </a:r>
          </a:p>
        </p:txBody>
      </p:sp>
      <p:sp>
        <p:nvSpPr>
          <p:cNvPr id="162" name="TextBox 97"/>
          <p:cNvSpPr txBox="1"/>
          <p:nvPr/>
        </p:nvSpPr>
        <p:spPr>
          <a:xfrm>
            <a:off x="6324367" y="3280114"/>
            <a:ext cx="5820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APERTURA</a:t>
            </a:r>
          </a:p>
        </p:txBody>
      </p:sp>
      <p:sp>
        <p:nvSpPr>
          <p:cNvPr id="163" name="TextBox 98"/>
          <p:cNvSpPr txBox="1"/>
          <p:nvPr/>
        </p:nvSpPr>
        <p:spPr>
          <a:xfrm>
            <a:off x="5163563" y="79341"/>
            <a:ext cx="223064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ESPECIFICACIONES TÉCNICAS</a:t>
            </a:r>
          </a:p>
        </p:txBody>
      </p:sp>
      <p:sp>
        <p:nvSpPr>
          <p:cNvPr id="164" name="TextBox 99"/>
          <p:cNvSpPr txBox="1"/>
          <p:nvPr/>
        </p:nvSpPr>
        <p:spPr>
          <a:xfrm>
            <a:off x="4538366" y="4162183"/>
            <a:ext cx="1002406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DIMENSIONES</a:t>
            </a:r>
          </a:p>
        </p:txBody>
      </p:sp>
      <p:sp>
        <p:nvSpPr>
          <p:cNvPr id="165" name="TextBox 100"/>
          <p:cNvSpPr txBox="1"/>
          <p:nvPr/>
        </p:nvSpPr>
        <p:spPr>
          <a:xfrm>
            <a:off x="170851" y="4215679"/>
            <a:ext cx="2134792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ESPECIFICACIONES TÉCNICAS</a:t>
            </a:r>
          </a:p>
        </p:txBody>
      </p:sp>
      <p:sp>
        <p:nvSpPr>
          <p:cNvPr id="166" name="TextBox 101"/>
          <p:cNvSpPr txBox="1"/>
          <p:nvPr/>
        </p:nvSpPr>
        <p:spPr>
          <a:xfrm>
            <a:off x="165442" y="4504602"/>
            <a:ext cx="715654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POTENCIA</a:t>
            </a:r>
          </a:p>
        </p:txBody>
      </p:sp>
      <p:sp>
        <p:nvSpPr>
          <p:cNvPr id="167" name="TextBox 102"/>
          <p:cNvSpPr txBox="1"/>
          <p:nvPr/>
        </p:nvSpPr>
        <p:spPr>
          <a:xfrm>
            <a:off x="2855895" y="4504602"/>
            <a:ext cx="1363263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{{potencia}}</a:t>
            </a:r>
          </a:p>
        </p:txBody>
      </p:sp>
      <p:sp>
        <p:nvSpPr>
          <p:cNvPr id="168" name="TextBox 103"/>
          <p:cNvSpPr txBox="1"/>
          <p:nvPr/>
        </p:nvSpPr>
        <p:spPr>
          <a:xfrm>
            <a:off x="165441" y="4659517"/>
            <a:ext cx="133347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EFICACIA LUMINOSA</a:t>
            </a:r>
          </a:p>
        </p:txBody>
      </p:sp>
      <p:sp>
        <p:nvSpPr>
          <p:cNvPr id="169" name="TextBox 104"/>
          <p:cNvSpPr txBox="1"/>
          <p:nvPr/>
        </p:nvSpPr>
        <p:spPr>
          <a:xfrm>
            <a:off x="1988506" y="4659517"/>
            <a:ext cx="223064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{{eficacia_luminosa}}</a:t>
            </a:r>
          </a:p>
        </p:txBody>
      </p:sp>
      <p:sp>
        <p:nvSpPr>
          <p:cNvPr id="170" name="TextBox 105"/>
          <p:cNvSpPr txBox="1"/>
          <p:nvPr/>
        </p:nvSpPr>
        <p:spPr>
          <a:xfrm>
            <a:off x="165445" y="4814432"/>
            <a:ext cx="1627435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FLUJO LUMÍNICO DE SALIDA</a:t>
            </a:r>
          </a:p>
        </p:txBody>
      </p:sp>
      <p:sp>
        <p:nvSpPr>
          <p:cNvPr id="171" name="TextBox 106"/>
          <p:cNvSpPr txBox="1"/>
          <p:nvPr/>
        </p:nvSpPr>
        <p:spPr>
          <a:xfrm>
            <a:off x="2305635" y="4814432"/>
            <a:ext cx="1913516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{{flujo_luminoso}}</a:t>
            </a:r>
          </a:p>
        </p:txBody>
      </p:sp>
      <p:sp>
        <p:nvSpPr>
          <p:cNvPr id="172" name="TextBox 107"/>
          <p:cNvSpPr txBox="1"/>
          <p:nvPr/>
        </p:nvSpPr>
        <p:spPr>
          <a:xfrm>
            <a:off x="165445" y="4969347"/>
            <a:ext cx="199942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TEMPERATURA DE COLOR</a:t>
            </a:r>
          </a:p>
        </p:txBody>
      </p:sp>
      <p:sp>
        <p:nvSpPr>
          <p:cNvPr id="173" name="TextBox 108"/>
          <p:cNvSpPr txBox="1"/>
          <p:nvPr/>
        </p:nvSpPr>
        <p:spPr>
          <a:xfrm>
            <a:off x="1552970" y="4969347"/>
            <a:ext cx="266618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{{cct}} </a:t>
            </a:r>
          </a:p>
        </p:txBody>
      </p:sp>
      <p:sp>
        <p:nvSpPr>
          <p:cNvPr id="174" name="TextBox 109"/>
          <p:cNvSpPr txBox="1"/>
          <p:nvPr/>
        </p:nvSpPr>
        <p:spPr>
          <a:xfrm>
            <a:off x="165445" y="5124263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ÍNDICE DE REPRODUCCIÓN CROMÁTICA</a:t>
            </a:r>
          </a:p>
        </p:txBody>
      </p:sp>
      <p:sp>
        <p:nvSpPr>
          <p:cNvPr id="175" name="TextBox 110"/>
          <p:cNvSpPr txBox="1"/>
          <p:nvPr/>
        </p:nvSpPr>
        <p:spPr>
          <a:xfrm>
            <a:off x="2439339" y="5124263"/>
            <a:ext cx="1779805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&gt;90</a:t>
            </a:r>
          </a:p>
        </p:txBody>
      </p:sp>
      <p:sp>
        <p:nvSpPr>
          <p:cNvPr id="176" name="TextBox 111"/>
          <p:cNvSpPr txBox="1"/>
          <p:nvPr/>
        </p:nvSpPr>
        <p:spPr>
          <a:xfrm>
            <a:off x="165445" y="5279178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UGR</a:t>
            </a:r>
          </a:p>
        </p:txBody>
      </p:sp>
      <p:sp>
        <p:nvSpPr>
          <p:cNvPr id="177" name="TextBox 112"/>
          <p:cNvSpPr txBox="1"/>
          <p:nvPr/>
        </p:nvSpPr>
        <p:spPr>
          <a:xfrm>
            <a:off x="2439339" y="5279178"/>
            <a:ext cx="1779805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&lt;19</a:t>
            </a:r>
          </a:p>
        </p:txBody>
      </p:sp>
      <p:sp>
        <p:nvSpPr>
          <p:cNvPr id="178" name="TextBox 113"/>
          <p:cNvSpPr txBox="1"/>
          <p:nvPr/>
        </p:nvSpPr>
        <p:spPr>
          <a:xfrm>
            <a:off x="165445" y="5429060"/>
            <a:ext cx="199942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COLORES DISPONIBLES</a:t>
            </a:r>
          </a:p>
        </p:txBody>
      </p:sp>
      <p:sp>
        <p:nvSpPr>
          <p:cNvPr id="179" name="TextBox 114"/>
          <p:cNvSpPr txBox="1"/>
          <p:nvPr/>
        </p:nvSpPr>
        <p:spPr>
          <a:xfrm>
            <a:off x="1552977" y="5429060"/>
            <a:ext cx="2666168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{{colores_disponibles}}</a:t>
            </a:r>
          </a:p>
        </p:txBody>
      </p:sp>
      <p:sp>
        <p:nvSpPr>
          <p:cNvPr id="180" name="TextBox 115"/>
          <p:cNvSpPr txBox="1"/>
          <p:nvPr/>
        </p:nvSpPr>
        <p:spPr>
          <a:xfrm>
            <a:off x="165445" y="5583975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CLASE DE AISLAMIENTO</a:t>
            </a:r>
          </a:p>
        </p:txBody>
      </p:sp>
      <p:sp>
        <p:nvSpPr>
          <p:cNvPr id="181" name="TextBox 116"/>
          <p:cNvSpPr txBox="1"/>
          <p:nvPr/>
        </p:nvSpPr>
        <p:spPr>
          <a:xfrm>
            <a:off x="2855902" y="5583975"/>
            <a:ext cx="1363243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{{clase_aislamiento}}</a:t>
            </a:r>
          </a:p>
        </p:txBody>
      </p:sp>
      <p:sp>
        <p:nvSpPr>
          <p:cNvPr id="182" name="TextBox 117"/>
          <p:cNvSpPr txBox="1"/>
          <p:nvPr/>
        </p:nvSpPr>
        <p:spPr>
          <a:xfrm>
            <a:off x="165445" y="5738891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GRADO DE PROTECCIÓN</a:t>
            </a:r>
          </a:p>
        </p:txBody>
      </p:sp>
      <p:sp>
        <p:nvSpPr>
          <p:cNvPr id="183" name="TextBox 118"/>
          <p:cNvSpPr txBox="1"/>
          <p:nvPr/>
        </p:nvSpPr>
        <p:spPr>
          <a:xfrm>
            <a:off x="2490803" y="5738891"/>
            <a:ext cx="1728337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{{ip}}</a:t>
            </a:r>
          </a:p>
        </p:txBody>
      </p:sp>
      <p:sp>
        <p:nvSpPr>
          <p:cNvPr id="184" name="TextBox 119"/>
          <p:cNvSpPr txBox="1"/>
          <p:nvPr/>
        </p:nvSpPr>
        <p:spPr>
          <a:xfrm>
            <a:off x="165445" y="5893806"/>
            <a:ext cx="199942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EMERGENCIA</a:t>
            </a:r>
          </a:p>
        </p:txBody>
      </p:sp>
      <p:sp>
        <p:nvSpPr>
          <p:cNvPr id="185" name="TextBox 120"/>
          <p:cNvSpPr txBox="1"/>
          <p:nvPr/>
        </p:nvSpPr>
        <p:spPr>
          <a:xfrm>
            <a:off x="2305640" y="5893806"/>
            <a:ext cx="1913505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 (Opcional)</a:t>
            </a:r>
          </a:p>
        </p:txBody>
      </p:sp>
      <p:sp>
        <p:nvSpPr>
          <p:cNvPr id="186" name="TextBox 121"/>
          <p:cNvSpPr txBox="1"/>
          <p:nvPr/>
        </p:nvSpPr>
        <p:spPr>
          <a:xfrm>
            <a:off x="165445" y="6048721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FUENTE DE LUZ SUSTITUÍBLE</a:t>
            </a:r>
          </a:p>
        </p:txBody>
      </p:sp>
      <p:sp>
        <p:nvSpPr>
          <p:cNvPr id="187" name="TextBox 122"/>
          <p:cNvSpPr txBox="1"/>
          <p:nvPr/>
        </p:nvSpPr>
        <p:spPr>
          <a:xfrm>
            <a:off x="3423792" y="6048721"/>
            <a:ext cx="795366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</a:t>
            </a:r>
          </a:p>
        </p:txBody>
      </p:sp>
      <p:sp>
        <p:nvSpPr>
          <p:cNvPr id="188" name="TextBox 123"/>
          <p:cNvSpPr txBox="1"/>
          <p:nvPr/>
        </p:nvSpPr>
        <p:spPr>
          <a:xfrm>
            <a:off x="165445" y="6203634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DRIVER INCLUÍDO</a:t>
            </a:r>
          </a:p>
        </p:txBody>
      </p:sp>
      <p:sp>
        <p:nvSpPr>
          <p:cNvPr id="189" name="TextBox 124"/>
          <p:cNvSpPr txBox="1"/>
          <p:nvPr/>
        </p:nvSpPr>
        <p:spPr>
          <a:xfrm>
            <a:off x="3423792" y="6203634"/>
            <a:ext cx="795366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</a:t>
            </a:r>
          </a:p>
        </p:txBody>
      </p:sp>
      <p:sp>
        <p:nvSpPr>
          <p:cNvPr id="190" name="TextBox 125"/>
          <p:cNvSpPr txBox="1"/>
          <p:nvPr/>
        </p:nvSpPr>
        <p:spPr>
          <a:xfrm>
            <a:off x="165443" y="6349024"/>
            <a:ext cx="1779804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FLICKER FREE</a:t>
            </a:r>
          </a:p>
        </p:txBody>
      </p:sp>
      <p:sp>
        <p:nvSpPr>
          <p:cNvPr id="191" name="TextBox 126"/>
          <p:cNvSpPr txBox="1"/>
          <p:nvPr/>
        </p:nvSpPr>
        <p:spPr>
          <a:xfrm>
            <a:off x="3423792" y="6349024"/>
            <a:ext cx="795366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</a:t>
            </a:r>
          </a:p>
        </p:txBody>
      </p:sp>
      <p:sp>
        <p:nvSpPr>
          <p:cNvPr id="192" name="TextBox 127"/>
          <p:cNvSpPr txBox="1"/>
          <p:nvPr/>
        </p:nvSpPr>
        <p:spPr>
          <a:xfrm>
            <a:off x="165445" y="6503940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APERTURA DE HAZ DE LUMINARIA</a:t>
            </a:r>
          </a:p>
        </p:txBody>
      </p:sp>
      <p:sp>
        <p:nvSpPr>
          <p:cNvPr id="193" name="TextBox 128"/>
          <p:cNvSpPr txBox="1"/>
          <p:nvPr/>
        </p:nvSpPr>
        <p:spPr>
          <a:xfrm>
            <a:off x="2084358" y="6503940"/>
            <a:ext cx="2134794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{{aperturas_disponibles}}</a:t>
            </a:r>
          </a:p>
        </p:txBody>
      </p:sp>
      <p:sp>
        <p:nvSpPr>
          <p:cNvPr id="194" name="TextBox 129"/>
          <p:cNvSpPr txBox="1"/>
          <p:nvPr/>
        </p:nvSpPr>
        <p:spPr>
          <a:xfrm>
            <a:off x="165444" y="6658854"/>
            <a:ext cx="1548471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TENSIÓN DE ENTRADA </a:t>
            </a:r>
          </a:p>
        </p:txBody>
      </p:sp>
      <p:sp>
        <p:nvSpPr>
          <p:cNvPr id="195" name="TextBox 130"/>
          <p:cNvSpPr txBox="1"/>
          <p:nvPr/>
        </p:nvSpPr>
        <p:spPr>
          <a:xfrm>
            <a:off x="2674006" y="6658854"/>
            <a:ext cx="154513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{{tension_entrada}}</a:t>
            </a:r>
          </a:p>
        </p:txBody>
      </p:sp>
      <p:sp>
        <p:nvSpPr>
          <p:cNvPr id="196" name="TextBox 131"/>
          <p:cNvSpPr txBox="1"/>
          <p:nvPr/>
        </p:nvSpPr>
        <p:spPr>
          <a:xfrm>
            <a:off x="165445" y="6813770"/>
            <a:ext cx="199942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MATERIAL DE LA CARCASA</a:t>
            </a:r>
          </a:p>
        </p:txBody>
      </p:sp>
      <p:sp>
        <p:nvSpPr>
          <p:cNvPr id="197" name="TextBox 132"/>
          <p:cNvSpPr txBox="1"/>
          <p:nvPr/>
        </p:nvSpPr>
        <p:spPr>
          <a:xfrm>
            <a:off x="1552979" y="6813770"/>
            <a:ext cx="2666164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{{material_carcasa}}</a:t>
            </a:r>
          </a:p>
        </p:txBody>
      </p:sp>
      <p:sp>
        <p:nvSpPr>
          <p:cNvPr id="198" name="TextBox 133"/>
          <p:cNvSpPr txBox="1"/>
          <p:nvPr/>
        </p:nvSpPr>
        <p:spPr>
          <a:xfrm>
            <a:off x="165445" y="6968683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MATERIAL ÓPTICO</a:t>
            </a:r>
          </a:p>
        </p:txBody>
      </p:sp>
      <p:sp>
        <p:nvSpPr>
          <p:cNvPr id="199" name="TextBox 134"/>
          <p:cNvSpPr txBox="1"/>
          <p:nvPr/>
        </p:nvSpPr>
        <p:spPr>
          <a:xfrm>
            <a:off x="2211665" y="6968683"/>
            <a:ext cx="2007475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Pollicarbonato alta resistencia UVA</a:t>
            </a:r>
          </a:p>
        </p:txBody>
      </p:sp>
      <p:sp>
        <p:nvSpPr>
          <p:cNvPr id="200" name="TextBox 135"/>
          <p:cNvSpPr txBox="1"/>
          <p:nvPr/>
        </p:nvSpPr>
        <p:spPr>
          <a:xfrm>
            <a:off x="165445" y="7123600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MATERIAL CUBIERTA ÓPTICA/LENTE</a:t>
            </a:r>
          </a:p>
        </p:txBody>
      </p:sp>
      <p:sp>
        <p:nvSpPr>
          <p:cNvPr id="201" name="TextBox 136"/>
          <p:cNvSpPr txBox="1"/>
          <p:nvPr/>
        </p:nvSpPr>
        <p:spPr>
          <a:xfrm>
            <a:off x="2305642" y="7123600"/>
            <a:ext cx="1913497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Pollicarbonato alta resistencia UVA</a:t>
            </a:r>
          </a:p>
        </p:txBody>
      </p:sp>
      <p:sp>
        <p:nvSpPr>
          <p:cNvPr id="202" name="TextBox 137"/>
          <p:cNvSpPr txBox="1"/>
          <p:nvPr/>
        </p:nvSpPr>
        <p:spPr>
          <a:xfrm>
            <a:off x="165445" y="7273483"/>
            <a:ext cx="199942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MATERIAL DE FIJACIÓN</a:t>
            </a:r>
          </a:p>
        </p:txBody>
      </p:sp>
      <p:sp>
        <p:nvSpPr>
          <p:cNvPr id="203" name="TextBox 138"/>
          <p:cNvSpPr txBox="1"/>
          <p:nvPr/>
        </p:nvSpPr>
        <p:spPr>
          <a:xfrm>
            <a:off x="2596469" y="7273483"/>
            <a:ext cx="1622690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Acero</a:t>
            </a:r>
          </a:p>
        </p:txBody>
      </p:sp>
      <p:sp>
        <p:nvSpPr>
          <p:cNvPr id="204" name="TextBox 139"/>
          <p:cNvSpPr txBox="1"/>
          <p:nvPr/>
        </p:nvSpPr>
        <p:spPr>
          <a:xfrm>
            <a:off x="165445" y="7428396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ACABADO CUBIERTA ÓPTICA/LENTE</a:t>
            </a:r>
          </a:p>
        </p:txBody>
      </p:sp>
      <p:sp>
        <p:nvSpPr>
          <p:cNvPr id="205" name="TextBox 140"/>
          <p:cNvSpPr txBox="1"/>
          <p:nvPr/>
        </p:nvSpPr>
        <p:spPr>
          <a:xfrm>
            <a:off x="3423792" y="7428396"/>
            <a:ext cx="795366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Opal</a:t>
            </a:r>
          </a:p>
        </p:txBody>
      </p:sp>
      <p:sp>
        <p:nvSpPr>
          <p:cNvPr id="206" name="TextBox 141"/>
          <p:cNvSpPr txBox="1"/>
          <p:nvPr/>
        </p:nvSpPr>
        <p:spPr>
          <a:xfrm>
            <a:off x="165445" y="7583313"/>
            <a:ext cx="2290699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ÍNDICE DE FALLO DEL EQUIPO DE CONTROL CON UNA VIDA ÚTIL MEDIANA DE 50.000h</a:t>
            </a:r>
          </a:p>
        </p:txBody>
      </p:sp>
      <p:sp>
        <p:nvSpPr>
          <p:cNvPr id="207" name="TextBox 142"/>
          <p:cNvSpPr txBox="1"/>
          <p:nvPr/>
        </p:nvSpPr>
        <p:spPr>
          <a:xfrm>
            <a:off x="3418849" y="7709257"/>
            <a:ext cx="795366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208" name="TextBox 143"/>
          <p:cNvSpPr txBox="1"/>
          <p:nvPr/>
        </p:nvSpPr>
        <p:spPr>
          <a:xfrm>
            <a:off x="165445" y="7862506"/>
            <a:ext cx="2290699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ÍNDICE DE PROTECCIÓN FRENTE A CHOQUE MECÁNICO</a:t>
            </a:r>
          </a:p>
        </p:txBody>
      </p:sp>
      <p:sp>
        <p:nvSpPr>
          <p:cNvPr id="209" name="TextBox 144"/>
          <p:cNvSpPr txBox="1"/>
          <p:nvPr/>
        </p:nvSpPr>
        <p:spPr>
          <a:xfrm>
            <a:off x="3418849" y="7988451"/>
            <a:ext cx="795366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{{ik}}</a:t>
            </a:r>
          </a:p>
        </p:txBody>
      </p:sp>
      <p:sp>
        <p:nvSpPr>
          <p:cNvPr id="210" name="TextBox 145"/>
          <p:cNvSpPr txBox="1"/>
          <p:nvPr/>
        </p:nvSpPr>
        <p:spPr>
          <a:xfrm>
            <a:off x="165445" y="8141699"/>
            <a:ext cx="229069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ESPECTRO WELLBEING</a:t>
            </a:r>
          </a:p>
        </p:txBody>
      </p:sp>
      <p:sp>
        <p:nvSpPr>
          <p:cNvPr id="211" name="TextBox 146"/>
          <p:cNvSpPr txBox="1"/>
          <p:nvPr/>
        </p:nvSpPr>
        <p:spPr>
          <a:xfrm>
            <a:off x="3423792" y="8141699"/>
            <a:ext cx="795366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 (Opcional)</a:t>
            </a:r>
          </a:p>
        </p:txBody>
      </p:sp>
      <p:sp>
        <p:nvSpPr>
          <p:cNvPr id="212" name="TextBox 147"/>
          <p:cNvSpPr txBox="1"/>
          <p:nvPr/>
        </p:nvSpPr>
        <p:spPr>
          <a:xfrm>
            <a:off x="4538366" y="6428235"/>
            <a:ext cx="1728337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DISTRIBUCIÓN LUMÍNICA</a:t>
            </a:r>
          </a:p>
        </p:txBody>
      </p:sp>
      <p:sp>
        <p:nvSpPr>
          <p:cNvPr id="213" name="TextBox 148"/>
          <p:cNvSpPr txBox="1"/>
          <p:nvPr/>
        </p:nvSpPr>
        <p:spPr>
          <a:xfrm>
            <a:off x="213470" y="8406141"/>
            <a:ext cx="1909804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NORMATIVA Y CERTIFICADOS</a:t>
            </a:r>
          </a:p>
        </p:txBody>
      </p:sp>
      <p:sp>
        <p:nvSpPr>
          <p:cNvPr id="214" name="TextBox 149"/>
          <p:cNvSpPr txBox="1"/>
          <p:nvPr/>
        </p:nvSpPr>
        <p:spPr>
          <a:xfrm>
            <a:off x="2546755" y="8406141"/>
            <a:ext cx="1909801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CONTROL Y REGULACIÓN</a:t>
            </a:r>
          </a:p>
        </p:txBody>
      </p:sp>
      <p:sp>
        <p:nvSpPr>
          <p:cNvPr id="215" name="TextBox 150"/>
          <p:cNvSpPr txBox="1"/>
          <p:nvPr/>
        </p:nvSpPr>
        <p:spPr>
          <a:xfrm>
            <a:off x="4828597" y="8406141"/>
            <a:ext cx="1909806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INSTALACIÓN</a:t>
            </a:r>
          </a:p>
        </p:txBody>
      </p:sp>
      <p:sp>
        <p:nvSpPr>
          <p:cNvPr id="216" name="TextBox 151"/>
          <p:cNvSpPr txBox="1"/>
          <p:nvPr/>
        </p:nvSpPr>
        <p:spPr>
          <a:xfrm>
            <a:off x="5756085" y="9252784"/>
            <a:ext cx="795366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{{instalacion}}</a:t>
            </a:r>
          </a:p>
        </p:txBody>
      </p:sp>
      <p:sp>
        <p:nvSpPr>
          <p:cNvPr id="217" name="TextBox 152"/>
          <p:cNvSpPr txBox="1"/>
          <p:nvPr/>
        </p:nvSpPr>
        <p:spPr>
          <a:xfrm>
            <a:off x="6315238" y="10424724"/>
            <a:ext cx="1098292" cy="156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300"/>
              </a:lnSpc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www.com-led.com</a:t>
            </a:r>
          </a:p>
        </p:txBody>
      </p:sp>
      <p:sp>
        <p:nvSpPr>
          <p:cNvPr id="218" name="TextBox 153"/>
          <p:cNvSpPr txBox="1"/>
          <p:nvPr/>
        </p:nvSpPr>
        <p:spPr>
          <a:xfrm>
            <a:off x="58532" y="10400624"/>
            <a:ext cx="3229075" cy="199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*COM.LED se reserva el derecho de modificaciones en los datos técnicos de la luminaria</a:t>
            </a:r>
          </a:p>
          <a:p>
            <a:pPr>
              <a:lnSpc>
                <a:spcPts val="800"/>
              </a:lnSpc>
              <a:defRPr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Para información actualizada contactar: proyectos@com-led.com</a:t>
            </a:r>
          </a:p>
        </p:txBody>
      </p:sp>
      <p:sp>
        <p:nvSpPr>
          <p:cNvPr id="219" name="TextBox 154"/>
          <p:cNvSpPr txBox="1"/>
          <p:nvPr/>
        </p:nvSpPr>
        <p:spPr>
          <a:xfrm>
            <a:off x="165443" y="9480905"/>
            <a:ext cx="1909804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BENEFICIOS </a:t>
            </a:r>
          </a:p>
        </p:txBody>
      </p:sp>
      <p:pic>
        <p:nvPicPr>
          <p:cNvPr id="220" name="Captura de pantalla 2026-05-10 a las 16.59.37.png" descr="Captura de pantalla 2026-05-10 a las 16.59.37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83008" y="3413028"/>
            <a:ext cx="424094" cy="461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Captura de pantalla 2026-05-10 a las 16.59.53.png" descr="Captura de pantalla 2026-05-10 a las 16.59.53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623513" y="3389652"/>
            <a:ext cx="431676" cy="50194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Captura de pantalla 2026-05-10 a las 17.00.08.png" descr="Captura de pantalla 2026-05-10 a las 17.00.08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2842939" y="3394678"/>
            <a:ext cx="446738" cy="4818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Captura de pantalla 2026-05-10 a las 17.00.23.png" descr="Captura de pantalla 2026-05-10 a las 17.00.23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4140632" y="3413028"/>
            <a:ext cx="436704" cy="461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Captura de pantalla 2026-05-10 a las 17.00.36.png" descr="Captura de pantalla 2026-05-10 a las 17.00.36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5362859" y="3405499"/>
            <a:ext cx="451762" cy="476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Captura de pantalla 2026-05-10 a las 17.00.47.png" descr="Captura de pantalla 2026-05-10 a las 17.00.47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6396387" y="3413028"/>
            <a:ext cx="451762" cy="461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Captura de pantalla 2026-05-10 a las 17.07.39.png" descr="Captura de pantalla 2026-05-10 a las 17.07.39.png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605077" y="9721245"/>
            <a:ext cx="454216" cy="450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Captura de pantalla 2026-05-10 a las 17.07.50.png" descr="Captura de pantalla 2026-05-10 a las 17.07.50.png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1779010" y="9698676"/>
            <a:ext cx="457653" cy="46110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Captura de pantalla 2026-05-10 a las 17.08.03.png" descr="Captura de pantalla 2026-05-10 a las 17.08.03.png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2950392" y="9683801"/>
            <a:ext cx="450768" cy="4851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Captura de pantalla 2026-05-10 a las 17.08.12.png" descr="Captura de pantalla 2026-05-10 a las 17.08.12.png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5292266" y="9680209"/>
            <a:ext cx="443902" cy="464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Captura de pantalla 2026-05-10 a las 17.08.20.png" descr="Captura de pantalla 2026-05-10 a las 17.08.20.png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4126064" y="9692909"/>
            <a:ext cx="450784" cy="4473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Captura de pantalla 2026-05-10 a las 17.08.30.png" descr="Captura de pantalla 2026-05-10 a las 17.08.30.png"/>
          <p:cNvPicPr>
            <a:picLocks noChangeAspect="1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6443309" y="9698118"/>
            <a:ext cx="478311" cy="467989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TextBox 94"/>
          <p:cNvSpPr txBox="1"/>
          <p:nvPr/>
        </p:nvSpPr>
        <p:spPr>
          <a:xfrm>
            <a:off x="396463" y="10208965"/>
            <a:ext cx="8714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EFICIENCIA ENERGÉTICA </a:t>
            </a:r>
          </a:p>
        </p:txBody>
      </p:sp>
      <p:sp>
        <p:nvSpPr>
          <p:cNvPr id="233" name="TextBox 94"/>
          <p:cNvSpPr txBox="1"/>
          <p:nvPr/>
        </p:nvSpPr>
        <p:spPr>
          <a:xfrm>
            <a:off x="1572120" y="10190488"/>
            <a:ext cx="8714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CONFORT VISUAL</a:t>
            </a:r>
          </a:p>
        </p:txBody>
      </p:sp>
      <p:sp>
        <p:nvSpPr>
          <p:cNvPr id="234" name="TextBox 94"/>
          <p:cNvSpPr txBox="1"/>
          <p:nvPr/>
        </p:nvSpPr>
        <p:spPr>
          <a:xfrm>
            <a:off x="2628381" y="10182300"/>
            <a:ext cx="10947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ALTA CALIDAD DE MATERIALES</a:t>
            </a:r>
          </a:p>
        </p:txBody>
      </p:sp>
      <p:sp>
        <p:nvSpPr>
          <p:cNvPr id="235" name="TextBox 94"/>
          <p:cNvSpPr txBox="1"/>
          <p:nvPr/>
        </p:nvSpPr>
        <p:spPr>
          <a:xfrm>
            <a:off x="3804056" y="10175126"/>
            <a:ext cx="10947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ADAPTABLE A CERTIFICACIONES</a:t>
            </a:r>
          </a:p>
        </p:txBody>
      </p:sp>
      <p:sp>
        <p:nvSpPr>
          <p:cNvPr id="236" name="TextBox 94"/>
          <p:cNvSpPr txBox="1"/>
          <p:nvPr/>
        </p:nvSpPr>
        <p:spPr>
          <a:xfrm>
            <a:off x="4966818" y="10168408"/>
            <a:ext cx="109479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SEGURIDAD Y CONFIANZA</a:t>
            </a:r>
          </a:p>
        </p:txBody>
      </p:sp>
      <p:sp>
        <p:nvSpPr>
          <p:cNvPr id="237" name="TextBox 94"/>
          <p:cNvSpPr txBox="1"/>
          <p:nvPr/>
        </p:nvSpPr>
        <p:spPr>
          <a:xfrm>
            <a:off x="6135065" y="10168408"/>
            <a:ext cx="109479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"/>
              </a:lnSpc>
              <a:defRPr b="1" sz="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APLICACIONES PROFESIONALES</a:t>
            </a:r>
          </a:p>
        </p:txBody>
      </p:sp>
      <p:sp>
        <p:nvSpPr>
          <p:cNvPr id="238" name="TextBox 110"/>
          <p:cNvSpPr txBox="1"/>
          <p:nvPr/>
        </p:nvSpPr>
        <p:spPr>
          <a:xfrm>
            <a:off x="5499403" y="6636666"/>
            <a:ext cx="1909806" cy="1250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  <a:r>
              <a:t>{{img_fotometria}}</a:t>
            </a: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39" name="TextBox 102"/>
          <p:cNvSpPr txBox="1"/>
          <p:nvPr/>
        </p:nvSpPr>
        <p:spPr>
          <a:xfrm>
            <a:off x="183467" y="776907"/>
            <a:ext cx="2031583" cy="1809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  <a:r>
              <a:t>{{img_producto}}</a:t>
            </a: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0" name="TextBox 110"/>
          <p:cNvSpPr txBox="1"/>
          <p:nvPr/>
        </p:nvSpPr>
        <p:spPr>
          <a:xfrm>
            <a:off x="4923742" y="4434418"/>
            <a:ext cx="1999423" cy="180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  <a:r>
              <a:t>{{img_dimensiones}}</a:t>
            </a: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1" name="TextBox 151"/>
          <p:cNvSpPr txBox="1"/>
          <p:nvPr/>
        </p:nvSpPr>
        <p:spPr>
          <a:xfrm>
            <a:off x="5794297" y="8595576"/>
            <a:ext cx="690377" cy="54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100"/>
              </a:lnSpc>
              <a:defRPr b="1" sz="400">
                <a:latin typeface="Arial"/>
                <a:ea typeface="Arial"/>
                <a:cs typeface="Arial"/>
                <a:sym typeface="Arial"/>
              </a:defRPr>
            </a:pPr>
            <a:r>
              <a:t>{{img_instalacion}}</a:t>
            </a:r>
          </a:p>
          <a:p>
            <a:pPr algn="ctr">
              <a:lnSpc>
                <a:spcPts val="1100"/>
              </a:lnSpc>
              <a:defRPr b="1" sz="4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ts val="1100"/>
              </a:lnSpc>
              <a:defRPr b="1" sz="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2" name="TextBox 102"/>
          <p:cNvSpPr txBox="1"/>
          <p:nvPr/>
        </p:nvSpPr>
        <p:spPr>
          <a:xfrm>
            <a:off x="4461940" y="8079823"/>
            <a:ext cx="2964409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Ópticas disponibles: {{aperturas_disponibles}}</a:t>
            </a:r>
          </a:p>
        </p:txBody>
      </p:sp>
      <p:sp>
        <p:nvSpPr>
          <p:cNvPr id="243" name="TextBox 102"/>
          <p:cNvSpPr txBox="1"/>
          <p:nvPr/>
        </p:nvSpPr>
        <p:spPr>
          <a:xfrm>
            <a:off x="4461940" y="6784526"/>
            <a:ext cx="1098292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  <a:r>
              <a:t>Óptica representada: </a:t>
            </a:r>
          </a:p>
          <a:p>
            <a:pPr>
              <a:lnSpc>
                <a:spcPts val="1100"/>
              </a:lnSpc>
              <a:defRPr b="1" sz="800">
                <a:latin typeface="Arial"/>
                <a:ea typeface="Arial"/>
                <a:cs typeface="Arial"/>
                <a:sym typeface="Arial"/>
              </a:defRPr>
            </a:pPr>
            <a:r>
              <a:t>{{optica_grafico}}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